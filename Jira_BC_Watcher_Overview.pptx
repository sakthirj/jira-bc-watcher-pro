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9EC5FF"/>
                </a:solidFill>
                <a:latin typeface="Segoe UI"/>
              </a:rPr>
              <a:t>BUSINESS-CRITICAL TICKET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7833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dirty="0">
                <a:solidFill>
                  <a:srgbClr val="FFFFFF"/>
                </a:solidFill>
                <a:latin typeface="Segoe UI"/>
              </a:rPr>
              <a:t>Business-Critical Watcher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120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C9D3E0"/>
                </a:solidFill>
                <a:latin typeface="Segoe UI"/>
              </a:rPr>
              <a:t>An automatic assistant that watches most important</a:t>
            </a:r>
            <a:r>
              <a:rPr lang="en-US" sz="2000" b="0" dirty="0">
                <a:solidFill>
                  <a:srgbClr val="C9D3E0"/>
                </a:solidFill>
                <a:latin typeface="Segoe UI"/>
              </a:rPr>
              <a:t> BC</a:t>
            </a:r>
            <a:r>
              <a:rPr sz="2000" b="0" dirty="0">
                <a:solidFill>
                  <a:srgbClr val="C9D3E0"/>
                </a:solidFill>
                <a:latin typeface="Segoe UI"/>
              </a:rPr>
              <a:t> tickets,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C9D3E0"/>
                </a:solidFill>
                <a:latin typeface="Segoe UI"/>
              </a:rPr>
              <a:t>summarizes what changed, </a:t>
            </a:r>
            <a:r>
              <a:rPr lang="en-US" sz="2000" b="0" dirty="0">
                <a:solidFill>
                  <a:srgbClr val="C9D3E0"/>
                </a:solidFill>
                <a:latin typeface="Segoe UI"/>
              </a:rPr>
              <a:t>next actions periodically </a:t>
            </a:r>
            <a:r>
              <a:rPr sz="2000" b="0" dirty="0">
                <a:solidFill>
                  <a:srgbClr val="C9D3E0"/>
                </a:solidFill>
                <a:latin typeface="Segoe UI"/>
              </a:rPr>
              <a:t>and emails the team - so nobody has to chase for updates.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Keeping track of critical tickets was manual and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57200" cy="760000"/>
          </a:xfrm>
          <a:prstGeom prst="round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20"/>
            <a:ext cx="100584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Constant follow-ups  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Teams across the business spend a lot of time following up with developers just to get the current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06857"/>
            <a:ext cx="457200" cy="760000"/>
          </a:xfrm>
          <a:prstGeom prst="round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06857"/>
            <a:ext cx="4572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52577"/>
            <a:ext cx="100584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Scattered projects  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Critical issues were spread across many Jira projects. No single place to see them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84914"/>
            <a:ext cx="457200" cy="760000"/>
          </a:xfrm>
          <a:prstGeom prst="round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84914"/>
            <a:ext cx="4572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30634"/>
            <a:ext cx="100584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Easy to miss  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A new comment or status change could sit unnoticed for hours or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62971"/>
            <a:ext cx="457200" cy="760000"/>
          </a:xfrm>
          <a:prstGeom prst="round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462971"/>
            <a:ext cx="4572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08691"/>
            <a:ext cx="100584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Slow to explain  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When something broke, writing up what happened and why took time and effort.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41028"/>
            <a:ext cx="457200" cy="760000"/>
          </a:xfrm>
          <a:prstGeom prst="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41028"/>
            <a:ext cx="4572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86748"/>
            <a:ext cx="100584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Heavy documentation  </a:t>
            </a:r>
          </a:p>
          <a:p>
            <a:pPr>
              <a:lnSpc>
                <a:spcPct val="105000"/>
              </a:lnSpc>
            </a:pPr>
            <a:r>
              <a:rPr sz="1400" b="0">
                <a:solidFill>
                  <a:srgbClr val="6B778C"/>
                </a:solidFill>
                <a:latin typeface="Segoe UI"/>
              </a:rPr>
              <a:t>Long technical write-ups, stack traces and multi-paragraph comments take real time just to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WHY THIS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Not another ticket feed - one clear AI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>
                <a:solidFill>
                  <a:srgbClr val="172B4D"/>
                </a:solidFill>
                <a:latin typeface="Segoe UI"/>
              </a:rPr>
              <a:t>This is not a copy of Jira and not a raw stream of comments. For each critical issue the AI reads everything and writes one final, consolidated summary - the current status and what's next - so everyone stays updated without digging. Engineers update the ticket in one place - like a status page - and that single update reaches everyone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5303520" cy="3017520"/>
          </a:xfrm>
          <a:prstGeom prst="roundRect">
            <a:avLst/>
          </a:prstGeom>
          <a:solidFill>
            <a:srgbClr val="F4F5F7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03520" cy="128016"/>
          </a:xfrm>
          <a:prstGeom prst="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0815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25D00"/>
                </a:solidFill>
                <a:latin typeface="Segoe UI"/>
              </a:rPr>
              <a:t>The usual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B25D00"/>
                </a:solidFill>
                <a:latin typeface="Segoe UI"/>
              </a:rPr>
              <a:t>-  </a:t>
            </a:r>
            <a:r>
              <a:rPr sz="1400" b="0">
                <a:solidFill>
                  <a:srgbClr val="6B778C"/>
                </a:solidFill>
                <a:latin typeface="Segoe UI"/>
              </a:rPr>
              <a:t>Scroll through long comment 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B25D00"/>
                </a:solidFill>
                <a:latin typeface="Segoe UI"/>
              </a:rPr>
              <a:t>-  </a:t>
            </a:r>
            <a:r>
              <a:rPr sz="1400" b="0">
                <a:solidFill>
                  <a:srgbClr val="6B778C"/>
                </a:solidFill>
                <a:latin typeface="Segoe UI"/>
              </a:rPr>
              <a:t>Piece the story together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B25D00"/>
                </a:solidFill>
                <a:latin typeface="Segoe UI"/>
              </a:rPr>
              <a:t>-  </a:t>
            </a:r>
            <a:r>
              <a:rPr sz="1400" b="0">
                <a:solidFill>
                  <a:srgbClr val="6B778C"/>
                </a:solidFill>
                <a:latin typeface="Segoe UI"/>
              </a:rPr>
              <a:t>Ask developers for the latest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B25D00"/>
                </a:solidFill>
                <a:latin typeface="Segoe UI"/>
              </a:rPr>
              <a:t>-  </a:t>
            </a:r>
            <a:r>
              <a:rPr sz="1400" b="0">
                <a:solidFill>
                  <a:srgbClr val="6B778C"/>
                </a:solidFill>
                <a:latin typeface="Segoe UI"/>
              </a:rPr>
              <a:t>Different tickets in different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788920"/>
            <a:ext cx="5303520" cy="3017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8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788920"/>
            <a:ext cx="5303520" cy="128016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0815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0875A"/>
                </a:solidFill>
                <a:latin typeface="Segoe UI"/>
              </a:rPr>
              <a:t>With the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4663440" cy="30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00875A"/>
                </a:solidFill>
                <a:latin typeface="Segoe UI"/>
              </a:rPr>
              <a:t>+  </a:t>
            </a:r>
            <a:r>
              <a:rPr sz="1400" b="0" dirty="0">
                <a:solidFill>
                  <a:srgbClr val="172B4D"/>
                </a:solidFill>
                <a:latin typeface="Segoe UI"/>
              </a:rPr>
              <a:t>AI-written </a:t>
            </a:r>
            <a:r>
              <a:rPr lang="en-US" sz="1400" b="0" dirty="0">
                <a:solidFill>
                  <a:srgbClr val="172B4D"/>
                </a:solidFill>
                <a:latin typeface="Segoe UI"/>
              </a:rPr>
              <a:t>current status</a:t>
            </a:r>
            <a:r>
              <a:rPr sz="1400" b="0" dirty="0">
                <a:solidFill>
                  <a:srgbClr val="172B4D"/>
                </a:solidFill>
                <a:latin typeface="Segoe UI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dirty="0">
                <a:solidFill>
                  <a:srgbClr val="00875A"/>
                </a:solidFill>
                <a:latin typeface="Segoe UI"/>
              </a:rPr>
              <a:t>+  </a:t>
            </a:r>
            <a:r>
              <a:rPr sz="1400" b="0" dirty="0">
                <a:solidFill>
                  <a:srgbClr val="172B4D"/>
                </a:solidFill>
                <a:latin typeface="Segoe UI"/>
              </a:rPr>
              <a:t>Only what matters: status + what's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75A"/>
                </a:solidFill>
                <a:latin typeface="Segoe UI"/>
              </a:rPr>
              <a:t>+  </a:t>
            </a:r>
            <a:r>
              <a:rPr sz="1400" b="0">
                <a:solidFill>
                  <a:srgbClr val="172B4D"/>
                </a:solidFill>
                <a:latin typeface="Segoe UI"/>
              </a:rPr>
              <a:t>Updates reach everyone by email,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75A"/>
                </a:solidFill>
                <a:latin typeface="Segoe UI"/>
              </a:rPr>
              <a:t>+  </a:t>
            </a:r>
            <a:r>
              <a:rPr sz="1400" b="0">
                <a:solidFill>
                  <a:srgbClr val="172B4D"/>
                </a:solidFill>
                <a:latin typeface="Segoe UI"/>
              </a:rPr>
              <a:t>Every critical ticket, all in one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One dashboard that watches everything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6206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>
                <a:solidFill>
                  <a:srgbClr val="172B4D"/>
                </a:solidFill>
                <a:latin typeface="Segoe UI"/>
              </a:rPr>
              <a:t>The Watcher checks your business-critical tickets on a schedule, understands what changed using AI, and shows it all on one clean screen. It can also email the team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56616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3566160" cy="128016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All in one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Every critical ticket across every project on a single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834640"/>
            <a:ext cx="356616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834640"/>
            <a:ext cx="3566160" cy="128016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Reads the updates for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84048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AI writes a short, plain-language status and what is likely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56616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834640"/>
            <a:ext cx="3566160" cy="128016"/>
          </a:xfrm>
          <a:prstGeom prst="rect">
            <a:avLst/>
          </a:prstGeom>
          <a:solidFill>
            <a:srgbClr val="B2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Emails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78C"/>
                </a:solidFill>
                <a:latin typeface="Segoe UI"/>
              </a:rPr>
              <a:t>New updates and end-of-day summaries are sent without anyone asking.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Four simple steps, running quietly in the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06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00200" y="242316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Fetches the latest business-critical tickets and their comments from Jira.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632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DFE1E6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194560"/>
            <a:ext cx="2606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242316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461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7033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Groq AI reads each ticket and writes a short status and what is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0632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DFE1E6"/>
                </a:solidFill>
                <a:latin typeface="Segoe U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94560"/>
            <a:ext cx="2606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78040" y="242316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2423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Displays everything on the live dashboard, grouped and filterable.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0632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DFE1E6"/>
                </a:solidFill>
                <a:latin typeface="Segoe UI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194560"/>
            <a:ext cx="2606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66960" y="242316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2423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2461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72B4D"/>
                </a:solidFill>
                <a:latin typeface="Segoe UI"/>
              </a:rPr>
              <a:t>Notify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033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Emails real-time updates and an end-of-day summary to the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Every critical ticket, one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315200" cy="42976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Filter tabs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Switch between In Progress, On Hold and To Do in one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2607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Live counts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See how many tickets are in each state at a glance.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7763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Clean cards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Description, current status, last update and what's next per ticket.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02919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Auto refresh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The screen updates itself after each scan.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B37259-6387-4C26-B02C-B9FDB055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09" y="2103120"/>
            <a:ext cx="6973192" cy="3630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AI STATUS &amp;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Plain-language updates, written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7680" y="1783080"/>
            <a:ext cx="7315200" cy="42976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75A"/>
                </a:solidFill>
                <a:latin typeface="Segoe UI"/>
              </a:rPr>
              <a:t>Current status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A short summary of where the ticket stands right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7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75A"/>
                </a:solidFill>
                <a:latin typeface="Segoe UI"/>
              </a:rPr>
              <a:t>What's next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The AI's best guess at the likely next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75A"/>
                </a:solidFill>
                <a:latin typeface="Segoe UI"/>
              </a:rPr>
              <a:t>No update label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In-progress tickets with no change are clearly marked 'No update'.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19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75A"/>
                </a:solidFill>
                <a:latin typeface="Segoe UI"/>
              </a:rPr>
              <a:t>Clean text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Jira formatting and @mentions are stripped for easy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0A11E1-BBBB-4BCA-AB10-7E241A6A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1" y="2502954"/>
            <a:ext cx="7254240" cy="2259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AUTOMATIC EMAILS &amp;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Updates land in the inbox without anyone asking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315200" cy="42976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B25D00"/>
                </a:solidFill>
                <a:latin typeface="Segoe UI"/>
              </a:rPr>
              <a:t>Real-time updates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When a ticket gets a new comment, an email goes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2607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B25D00"/>
                </a:solidFill>
                <a:latin typeface="Segoe UI"/>
              </a:rPr>
              <a:t>End-of-day digest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One tidy summary of all open critical tickets, sent daily.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97763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B25D00"/>
                </a:solidFill>
                <a:latin typeface="Segoe UI"/>
              </a:rPr>
              <a:t>RCA emails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Root-cause summaries are drafted automatically for incidents.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02919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dirty="0">
                <a:solidFill>
                  <a:srgbClr val="B25D00"/>
                </a:solidFill>
                <a:latin typeface="Segoe UI"/>
              </a:rPr>
              <a:t>Consistent format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dirty="0">
                <a:solidFill>
                  <a:srgbClr val="6B778C"/>
                </a:solidFill>
                <a:latin typeface="Segoe UI"/>
              </a:rPr>
              <a:t>Description, current status, last update and next step - every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126AEE-EB15-4CE7-BD6B-10E10621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94" y="1770597"/>
            <a:ext cx="3855706" cy="4253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SET IT AND FORGET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You control the timing from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7680" y="1783080"/>
            <a:ext cx="7315200" cy="4297680"/>
          </a:xfrm>
          <a:prstGeom prst="roundRect">
            <a:avLst/>
          </a:prstGeom>
          <a:solidFill>
            <a:srgbClr val="F4F5F7"/>
          </a:solidFill>
          <a:ln w="1905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Choose the interval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Scan every 5, 10 or 30 minutes - whatever suits the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7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Pick the digest time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Set the end-of-day summary to arrive when you want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Turn features on/off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Enable or disable real-time emails and the digest.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199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52CC"/>
                </a:solidFill>
                <a:latin typeface="Segoe UI"/>
              </a:rPr>
              <a:t>Runs on its own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Starts automatically and keeps watching in the background.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401982-1AAF-4BB9-9145-1BBFBB5E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27208"/>
            <a:ext cx="7199647" cy="16085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THE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Why this matters day to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Saves developer time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No more being interrupted for status updates - the app answers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Nobody chases anymore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Managers see live status without pinging anyone.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Nothing slips through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Every new comment and status change is caught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38328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All projects in one place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Critical issues across all projects, tracked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66344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Faster incident write-ups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AI drafts root-cause summaries in seconds.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6344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663440"/>
            <a:ext cx="76200" cy="123444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B4D"/>
                </a:solidFill>
                <a:latin typeface="Segoe UI"/>
              </a:rPr>
              <a:t>Easy to follow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78C"/>
                </a:solidFill>
                <a:latin typeface="Segoe UI"/>
              </a:rPr>
              <a:t>Simple, plain-language cards anyone can understand.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Built with modern AI and Jira's own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03520" cy="128016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172B4D"/>
                </a:solidFill>
                <a:latin typeface="Segoe UI"/>
              </a:rPr>
              <a:t>Cursor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6B778C"/>
                </a:solidFill>
                <a:latin typeface="Segoe UI"/>
              </a:rPr>
              <a:t>Used to design and build the whole application quickly, from idea to working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03520" cy="128016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754880" cy="39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dirty="0" err="1">
                <a:solidFill>
                  <a:srgbClr val="172B4D"/>
                </a:solidFill>
                <a:latin typeface="Segoe UI"/>
              </a:rPr>
              <a:t>Groq</a:t>
            </a:r>
            <a:r>
              <a:rPr sz="2000" b="1" dirty="0">
                <a:solidFill>
                  <a:srgbClr val="172B4D"/>
                </a:solidFill>
                <a:latin typeface="Segoe UI"/>
              </a:rPr>
              <a:t> </a:t>
            </a:r>
            <a:r>
              <a:rPr lang="en-US" sz="2000" b="1" dirty="0">
                <a:solidFill>
                  <a:srgbClr val="172B4D"/>
                </a:solidFill>
                <a:latin typeface="Segoe UI"/>
              </a:rPr>
              <a:t>Inference – Grok 4.3</a:t>
            </a:r>
            <a:endParaRPr sz="2000" b="1" dirty="0">
              <a:solidFill>
                <a:srgbClr val="172B4D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6B778C"/>
                </a:solidFill>
                <a:latin typeface="Segoe UI"/>
              </a:rPr>
              <a:t>Reads each ticket and writes the plain-language status, next step and RCA summaries.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128016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172B4D"/>
                </a:solidFill>
                <a:latin typeface="Segoe UI"/>
              </a:rPr>
              <a:t>Jira Rovo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6B778C"/>
                </a:solidFill>
                <a:latin typeface="Segoe UI"/>
              </a:rPr>
              <a:t>Atlassian's AI layer that helps surface and understand ticket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303520" cy="128016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1605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172B4D"/>
                </a:solidFill>
                <a:latin typeface="Segoe UI"/>
              </a:rPr>
              <a:t>Jira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6B778C"/>
                </a:solidFill>
                <a:latin typeface="Segoe UI"/>
              </a:rPr>
              <a:t>Pulls live ticket details, comments and links straight from Jira.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052CC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72B4D"/>
                </a:solidFill>
                <a:latin typeface="Segoe UI"/>
              </a:rPr>
              <a:t>Where this app can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381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21284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Trend &amp; prediction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Predict which tickets are at risk of slipping their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221284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9339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Slack / Teams alerts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Push updates to chat channels, not just 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63016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301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1071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SLA &amp; priority scoring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Automatically flag tickets breaching agreed response times.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46520" y="363016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6301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1071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Team workload view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See who is handling what and spot bottlenecks early.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6344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504748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474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2803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Custom reports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One-click weekly and monthly summaries for leadership.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63440"/>
            <a:ext cx="5303520" cy="12344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F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46520" y="504748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0474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28032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72B4D"/>
                </a:solidFill>
                <a:latin typeface="Segoe UI"/>
              </a:rPr>
              <a:t>More AI depth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6B778C"/>
                </a:solidFill>
                <a:latin typeface="Segoe UI"/>
              </a:rPr>
              <a:t>Suggested fixes and links to similar past incidents.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6B778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4165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Segoe UI"/>
              </a:rPr>
              <a:t>Watch</a:t>
            </a:r>
            <a:r>
              <a:rPr sz="4000" b="1" dirty="0">
                <a:solidFill>
                  <a:srgbClr val="FFFFFF"/>
                </a:solidFill>
                <a:latin typeface="Segoe UI"/>
              </a:rPr>
              <a:t> less. Know more.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dirty="0">
                <a:solidFill>
                  <a:srgbClr val="FFFFFF"/>
                </a:solidFill>
                <a:latin typeface="Segoe UI"/>
              </a:rPr>
              <a:t>One AI summary keeps everyone updated.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9EC5FF"/>
                </a:solidFill>
                <a:latin typeface="Segoe UI"/>
              </a:rPr>
              <a:t>Jira Business-Critical Watcher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0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dirty="0">
                <a:solidFill>
                  <a:srgbClr val="C9D3E0"/>
                </a:solidFill>
                <a:latin typeface="Segoe UI"/>
              </a:rPr>
              <a:t>Cursor  -  </a:t>
            </a:r>
            <a:r>
              <a:rPr sz="1400" b="0" dirty="0" err="1">
                <a:solidFill>
                  <a:srgbClr val="C9D3E0"/>
                </a:solidFill>
                <a:latin typeface="Segoe UI"/>
              </a:rPr>
              <a:t>Groq</a:t>
            </a:r>
            <a:r>
              <a:rPr sz="1400" b="0" dirty="0">
                <a:solidFill>
                  <a:srgbClr val="C9D3E0"/>
                </a:solidFill>
                <a:latin typeface="Segoe UI"/>
              </a:rPr>
              <a:t> </a:t>
            </a:r>
            <a:r>
              <a:rPr lang="en-US" sz="1400" b="0" dirty="0">
                <a:solidFill>
                  <a:srgbClr val="C9D3E0"/>
                </a:solidFill>
                <a:latin typeface="Segoe UI"/>
              </a:rPr>
              <a:t> / Grok 4.3 model</a:t>
            </a:r>
            <a:r>
              <a:rPr sz="1400" b="0" dirty="0">
                <a:solidFill>
                  <a:srgbClr val="C9D3E0"/>
                </a:solidFill>
                <a:latin typeface="Segoe UI"/>
              </a:rPr>
              <a:t>  -  Jira </a:t>
            </a:r>
            <a:r>
              <a:rPr sz="1400" b="0" dirty="0" err="1">
                <a:solidFill>
                  <a:srgbClr val="C9D3E0"/>
                </a:solidFill>
                <a:latin typeface="Segoe UI"/>
              </a:rPr>
              <a:t>Rovo</a:t>
            </a:r>
            <a:r>
              <a:rPr sz="1400" b="0" dirty="0">
                <a:solidFill>
                  <a:srgbClr val="C9D3E0"/>
                </a:solidFill>
                <a:latin typeface="Segoe UI"/>
              </a:rPr>
              <a:t> &amp; REST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1026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Sakthivel Raghukumar</dc:creator>
  <cp:keywords/>
  <dc:description>generated using python-pptx</dc:description>
  <cp:lastModifiedBy>Sakthivel R</cp:lastModifiedBy>
  <cp:revision>10</cp:revision>
  <dcterms:created xsi:type="dcterms:W3CDTF">2013-01-27T09:14:16Z</dcterms:created>
  <dcterms:modified xsi:type="dcterms:W3CDTF">2026-07-21T06:51:45Z</dcterms:modified>
  <cp:category/>
</cp:coreProperties>
</file>